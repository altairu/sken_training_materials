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D7A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1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154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BBE4A54-7164-7E9C-02A6-730A36EA44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3F2506D-6C7F-5BFE-9020-E5211AB9E3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BF0350C-68FA-DB42-6D4F-2DCE44656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9539E-5299-4567-9C23-11D971CE8490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2E5AEAF-3287-444C-BCA7-5BB023AF6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203DC22-F36D-78D3-C880-AB6B02C31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95211-55CA-4A7F-B6B8-D27EED3902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208602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8490148-E29A-D8C1-D996-BFAF95355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883799E-9B45-D8B5-B5D6-8355C7C00D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414D29D-2731-1BE3-263B-7A8527525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9539E-5299-4567-9C23-11D971CE8490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BACE06F-B944-3F5A-226E-769F08B8E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E76C1DB-73E1-800D-94BC-4B0F35801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95211-55CA-4A7F-B6B8-D27EED3902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64779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BDFDAA4-84F1-F239-F324-0E20953DB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3754D0F-F313-D31A-6AA4-1260ECF9C4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0290FDD-267F-0CC1-1742-597CD561E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9539E-5299-4567-9C23-11D971CE8490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AAB5259-8495-56AF-2D03-6B8427BB2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754E33F-22C4-E889-B5B5-A7B071398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95211-55CA-4A7F-B6B8-D27EED3902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69740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7A48E67-D079-8C3D-7881-07EE44EEC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E4B8DD3-A9D0-4960-3B54-450B4310B6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6B71753-8664-8B9D-33BD-671473E3C4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ED2E2A9-0360-FADC-154D-27A1BEEE1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9539E-5299-4567-9C23-11D971CE8490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28017E6-713E-5C80-98AE-5BC574387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C729798-3724-D872-B66F-A18C91E9F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95211-55CA-4A7F-B6B8-D27EED3902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94054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B102BB9-9410-B583-5251-266C81FB0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D59F-CDAD-73F0-E964-5E1890DC12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B0D3D44-325B-150D-56E8-C41B0F644E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DAF42450-BA10-8777-AA7D-218EBEA4B3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03A4FF4F-F623-6C70-4D04-8BB8A62D87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89BF6D8-F8D3-45D2-3CA8-43D845737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9539E-5299-4567-9C23-11D971CE8490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5EEE4E2-B408-E967-4D38-EA89368BD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40CEFD7-02B5-5C7A-D59B-8DEF84CF6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95211-55CA-4A7F-B6B8-D27EED3902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78020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8FA898-BD65-1771-D751-C55A0F685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2647217-972D-8ABA-0B2C-C79702653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9539E-5299-4567-9C23-11D971CE8490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6619576-D771-7AE8-AFD3-103E3385F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9EB37E0-FB27-C920-3B03-AC64A208F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95211-55CA-4A7F-B6B8-D27EED3902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0218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E0D9AD7-71F5-3954-6434-7E55EC493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9539E-5299-4567-9C23-11D971CE8490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7E0C436-E3CB-4A9B-0FFB-8E2782E51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CA8C822-3670-FD03-D751-34E71A537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95211-55CA-4A7F-B6B8-D27EED3902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186658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0EB227-9E51-684A-AAD0-302215DD0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C197BF6-06B3-529B-1049-08CD32349D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B8C35E3-32D1-8279-470C-67E00F0828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BA79DEB-5694-FCF7-7B05-5D45C6E6E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9539E-5299-4567-9C23-11D971CE8490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77884DC-8526-7062-38A4-41E463A99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4ACD8A7-5AE1-64C5-6FFB-E93D2661B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95211-55CA-4A7F-B6B8-D27EED3902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55275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E06EE4-571D-3BFD-A142-1F264CB75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6C0B1DBF-770D-B492-9FBE-387CBCE438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E58A5C4-2CB1-C614-9326-CF212E7F0C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BBF2B8C-EBA1-4A04-6CEB-4EBC9A873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9539E-5299-4567-9C23-11D971CE8490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97AA247-200B-7445-A00D-3411B43D1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AB78533-09CA-2D46-B319-F6BC6CD6C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95211-55CA-4A7F-B6B8-D27EED3902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906281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33D4D43-189F-ABCA-6C7F-FA1A5A028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CED0EF3-7B4E-6651-8329-3CCD12F4FC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5FAC7EA-FCB2-95B4-BAFC-43E3345DF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9539E-5299-4567-9C23-11D971CE8490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3BED2CA-C480-7D29-4435-5FBFF4AA1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05C0EDF-1B1A-7230-A362-5C8BDC286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95211-55CA-4A7F-B6B8-D27EED3902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30995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D2DB938-8FED-FD5B-6EDE-52BBD99FB9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593A2CA-FE76-9B42-B947-0653D3BCB7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4F000C2-62DC-CD2A-F0AB-603D29856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9539E-5299-4567-9C23-11D971CE8490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257C293-3405-D9E4-076B-9C933359A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E3F0A8F-8A6E-1A3A-5AF4-AED57F516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95211-55CA-4A7F-B6B8-D27EED3902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3824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0DB4143-455F-7E72-33B3-271C7896B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957C525-DF28-20B4-E177-1357256E2B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7ED0B23-E0B0-F788-1352-8FF2AC9542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79539E-5299-4567-9C23-11D971CE8490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7AEFD68-AB96-D945-DBA9-13D672CB0F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9EC5344-2F12-1C76-DEFB-26B09A4326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795211-55CA-4A7F-B6B8-D27EED3902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3307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グループ化 24">
            <a:extLst>
              <a:ext uri="{FF2B5EF4-FFF2-40B4-BE49-F238E27FC236}">
                <a16:creationId xmlns:a16="http://schemas.microsoft.com/office/drawing/2014/main" id="{035E24EA-C536-3332-B29E-EAAFCFD5D10D}"/>
              </a:ext>
            </a:extLst>
          </p:cNvPr>
          <p:cNvGrpSpPr/>
          <p:nvPr/>
        </p:nvGrpSpPr>
        <p:grpSpPr>
          <a:xfrm>
            <a:off x="0" y="0"/>
            <a:ext cx="10131149" cy="6858001"/>
            <a:chOff x="0" y="0"/>
            <a:chExt cx="10131149" cy="6858001"/>
          </a:xfrm>
        </p:grpSpPr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4BA415CA-961E-385B-D150-FD7B0979388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5144662" cy="6858000"/>
            </a:xfrm>
            <a:prstGeom prst="rect">
              <a:avLst/>
            </a:prstGeom>
          </p:spPr>
        </p:pic>
        <p:pic>
          <p:nvPicPr>
            <p:cNvPr id="7" name="図 6">
              <a:extLst>
                <a:ext uri="{FF2B5EF4-FFF2-40B4-BE49-F238E27FC236}">
                  <a16:creationId xmlns:a16="http://schemas.microsoft.com/office/drawing/2014/main" id="{4ED6A08E-E1E7-1716-E7EC-6FBA209B61E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835" b="51958"/>
            <a:stretch>
              <a:fillRect/>
            </a:stretch>
          </p:blipFill>
          <p:spPr>
            <a:xfrm>
              <a:off x="5144662" y="3438546"/>
              <a:ext cx="4974441" cy="3419455"/>
            </a:xfrm>
            <a:prstGeom prst="rect">
              <a:avLst/>
            </a:prstGeom>
          </p:spPr>
        </p:pic>
        <p:pic>
          <p:nvPicPr>
            <p:cNvPr id="9" name="図 8">
              <a:extLst>
                <a:ext uri="{FF2B5EF4-FFF2-40B4-BE49-F238E27FC236}">
                  <a16:creationId xmlns:a16="http://schemas.microsoft.com/office/drawing/2014/main" id="{54B3DC07-813C-642D-2C81-D220678A065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632" t="2261" r="4822" b="16277"/>
            <a:stretch>
              <a:fillRect/>
            </a:stretch>
          </p:blipFill>
          <p:spPr>
            <a:xfrm>
              <a:off x="5144661" y="0"/>
              <a:ext cx="4974442" cy="3512456"/>
            </a:xfrm>
            <a:prstGeom prst="rect">
              <a:avLst/>
            </a:prstGeom>
          </p:spPr>
        </p:pic>
        <p:sp>
          <p:nvSpPr>
            <p:cNvPr id="19" name="楕円 18">
              <a:extLst>
                <a:ext uri="{FF2B5EF4-FFF2-40B4-BE49-F238E27FC236}">
                  <a16:creationId xmlns:a16="http://schemas.microsoft.com/office/drawing/2014/main" id="{F896DA17-F05D-27EA-CB46-D3A65179FABA}"/>
                </a:ext>
              </a:extLst>
            </p:cNvPr>
            <p:cNvSpPr/>
            <p:nvPr/>
          </p:nvSpPr>
          <p:spPr>
            <a:xfrm>
              <a:off x="5648826" y="583532"/>
              <a:ext cx="2105527" cy="914400"/>
            </a:xfrm>
            <a:prstGeom prst="ellipse">
              <a:avLst/>
            </a:prstGeom>
            <a:noFill/>
            <a:ln w="5715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" name="楕円 19">
              <a:extLst>
                <a:ext uri="{FF2B5EF4-FFF2-40B4-BE49-F238E27FC236}">
                  <a16:creationId xmlns:a16="http://schemas.microsoft.com/office/drawing/2014/main" id="{8503C1FB-FC74-BECE-70D0-ED8D21B0D673}"/>
                </a:ext>
              </a:extLst>
            </p:cNvPr>
            <p:cNvSpPr/>
            <p:nvPr/>
          </p:nvSpPr>
          <p:spPr>
            <a:xfrm>
              <a:off x="5572626" y="4270828"/>
              <a:ext cx="2105527" cy="914400"/>
            </a:xfrm>
            <a:prstGeom prst="ellipse">
              <a:avLst/>
            </a:prstGeom>
            <a:noFill/>
            <a:ln w="5715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" name="矢印: 環状 20">
              <a:extLst>
                <a:ext uri="{FF2B5EF4-FFF2-40B4-BE49-F238E27FC236}">
                  <a16:creationId xmlns:a16="http://schemas.microsoft.com/office/drawing/2014/main" id="{1CB47572-04FF-E63C-EAFA-F75E2B359B80}"/>
                </a:ext>
              </a:extLst>
            </p:cNvPr>
            <p:cNvSpPr/>
            <p:nvPr/>
          </p:nvSpPr>
          <p:spPr>
            <a:xfrm rot="4926556">
              <a:off x="5383079" y="499052"/>
              <a:ext cx="4590146" cy="4905995"/>
            </a:xfrm>
            <a:prstGeom prst="circularArrow">
              <a:avLst>
                <a:gd name="adj1" fmla="val 4938"/>
                <a:gd name="adj2" fmla="val 1198000"/>
                <a:gd name="adj3" fmla="val 20374918"/>
                <a:gd name="adj4" fmla="val 11933693"/>
                <a:gd name="adj5" fmla="val 12500"/>
              </a:avLst>
            </a:prstGeom>
            <a:solidFill>
              <a:srgbClr val="FFFF00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22" name="吹き出し: 円形 21">
              <a:extLst>
                <a:ext uri="{FF2B5EF4-FFF2-40B4-BE49-F238E27FC236}">
                  <a16:creationId xmlns:a16="http://schemas.microsoft.com/office/drawing/2014/main" id="{2EBA8839-4825-7672-A6B3-DABA4EE876F1}"/>
                </a:ext>
              </a:extLst>
            </p:cNvPr>
            <p:cNvSpPr/>
            <p:nvPr/>
          </p:nvSpPr>
          <p:spPr>
            <a:xfrm>
              <a:off x="7883964" y="72190"/>
              <a:ext cx="2105527" cy="889856"/>
            </a:xfrm>
            <a:prstGeom prst="wedgeEllipseCallout">
              <a:avLst>
                <a:gd name="adj1" fmla="val -52626"/>
                <a:gd name="adj2" fmla="val 45070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</a:rPr>
                <a:t>ON</a:t>
              </a:r>
              <a:r>
                <a:rPr kumimoji="1" lang="ja-JP" altLang="en-US" dirty="0">
                  <a:solidFill>
                    <a:schemeClr val="tx1"/>
                  </a:solidFill>
                </a:rPr>
                <a:t>になると黒くなる</a:t>
              </a:r>
            </a:p>
          </p:txBody>
        </p:sp>
        <p:sp>
          <p:nvSpPr>
            <p:cNvPr id="23" name="テキスト ボックス 22">
              <a:extLst>
                <a:ext uri="{FF2B5EF4-FFF2-40B4-BE49-F238E27FC236}">
                  <a16:creationId xmlns:a16="http://schemas.microsoft.com/office/drawing/2014/main" id="{8103C146-6843-2004-61DE-3C5A07363A02}"/>
                </a:ext>
              </a:extLst>
            </p:cNvPr>
            <p:cNvSpPr txBox="1"/>
            <p:nvPr/>
          </p:nvSpPr>
          <p:spPr>
            <a:xfrm>
              <a:off x="5468352" y="141893"/>
              <a:ext cx="683200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kumimoji="1" lang="en-US" altLang="ja-JP" sz="2000" dirty="0"/>
                <a:t>OFF</a:t>
              </a:r>
              <a:endParaRPr kumimoji="1" lang="ja-JP" altLang="en-US" sz="2000" dirty="0"/>
            </a:p>
          </p:txBody>
        </p:sp>
        <p:sp>
          <p:nvSpPr>
            <p:cNvPr id="24" name="テキスト ボックス 23">
              <a:extLst>
                <a:ext uri="{FF2B5EF4-FFF2-40B4-BE49-F238E27FC236}">
                  <a16:creationId xmlns:a16="http://schemas.microsoft.com/office/drawing/2014/main" id="{9C38C9E3-5264-3AD2-627A-18BE007C0955}"/>
                </a:ext>
              </a:extLst>
            </p:cNvPr>
            <p:cNvSpPr txBox="1"/>
            <p:nvPr/>
          </p:nvSpPr>
          <p:spPr>
            <a:xfrm>
              <a:off x="5468352" y="3854404"/>
              <a:ext cx="566895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kumimoji="1" lang="en-US" altLang="ja-JP" sz="2000" dirty="0"/>
                <a:t>ON</a:t>
              </a:r>
              <a:endParaRPr kumimoji="1" lang="ja-JP" altLang="en-US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20379513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927844CA-0F11-ED4D-C97E-C8D0B3453A3D}"/>
              </a:ext>
            </a:extLst>
          </p:cNvPr>
          <p:cNvGrpSpPr/>
          <p:nvPr/>
        </p:nvGrpSpPr>
        <p:grpSpPr>
          <a:xfrm>
            <a:off x="0" y="0"/>
            <a:ext cx="10289322" cy="6858000"/>
            <a:chOff x="0" y="0"/>
            <a:chExt cx="10289322" cy="6858000"/>
          </a:xfrm>
        </p:grpSpPr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73C56EC6-6C6B-F2C0-C633-275A624932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44661" y="0"/>
              <a:ext cx="5144661" cy="6858000"/>
            </a:xfrm>
            <a:prstGeom prst="rect">
              <a:avLst/>
            </a:prstGeom>
          </p:spPr>
        </p:pic>
        <p:pic>
          <p:nvPicPr>
            <p:cNvPr id="7" name="図 6">
              <a:extLst>
                <a:ext uri="{FF2B5EF4-FFF2-40B4-BE49-F238E27FC236}">
                  <a16:creationId xmlns:a16="http://schemas.microsoft.com/office/drawing/2014/main" id="{D4C026EF-CA53-CC50-C812-25DD93171D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5144661" cy="6858000"/>
            </a:xfrm>
            <a:prstGeom prst="rect">
              <a:avLst/>
            </a:prstGeom>
          </p:spPr>
        </p:pic>
        <p:sp>
          <p:nvSpPr>
            <p:cNvPr id="8" name="楕円 7">
              <a:extLst>
                <a:ext uri="{FF2B5EF4-FFF2-40B4-BE49-F238E27FC236}">
                  <a16:creationId xmlns:a16="http://schemas.microsoft.com/office/drawing/2014/main" id="{F970A8E9-A971-5D46-48DE-BFBD22FEB702}"/>
                </a:ext>
              </a:extLst>
            </p:cNvPr>
            <p:cNvSpPr/>
            <p:nvPr/>
          </p:nvSpPr>
          <p:spPr>
            <a:xfrm>
              <a:off x="2063415" y="3994484"/>
              <a:ext cx="914400" cy="914400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" name="矢印: 右 8">
              <a:extLst>
                <a:ext uri="{FF2B5EF4-FFF2-40B4-BE49-F238E27FC236}">
                  <a16:creationId xmlns:a16="http://schemas.microsoft.com/office/drawing/2014/main" id="{B6DDC971-F7EF-581F-964E-47264A06B260}"/>
                </a:ext>
              </a:extLst>
            </p:cNvPr>
            <p:cNvSpPr/>
            <p:nvPr/>
          </p:nvSpPr>
          <p:spPr>
            <a:xfrm rot="20968562">
              <a:off x="3218785" y="3391106"/>
              <a:ext cx="2650036" cy="1518184"/>
            </a:xfrm>
            <a:prstGeom prst="rightArrow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sz="4000" b="1" dirty="0">
                  <a:solidFill>
                    <a:schemeClr val="tx1"/>
                  </a:solidFill>
                </a:rPr>
                <a:t>拡大</a:t>
              </a:r>
              <a:endParaRPr kumimoji="1" lang="ja-JP" altLang="en-US" sz="4000" b="1" dirty="0">
                <a:solidFill>
                  <a:schemeClr val="tx1"/>
                </a:solidFill>
              </a:endParaRPr>
            </a:p>
          </p:txBody>
        </p:sp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EEFDBF5B-2B87-A8AD-94E7-D6BA4C931D96}"/>
                </a:ext>
              </a:extLst>
            </p:cNvPr>
            <p:cNvSpPr/>
            <p:nvPr/>
          </p:nvSpPr>
          <p:spPr>
            <a:xfrm>
              <a:off x="6423437" y="3429000"/>
              <a:ext cx="1569277" cy="914400"/>
            </a:xfrm>
            <a:prstGeom prst="ellipse">
              <a:avLst/>
            </a:prstGeom>
            <a:noFill/>
            <a:ln w="7620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9774380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9E9D712E-4096-60B8-815D-A4E535400BC8}"/>
              </a:ext>
            </a:extLst>
          </p:cNvPr>
          <p:cNvGrpSpPr/>
          <p:nvPr/>
        </p:nvGrpSpPr>
        <p:grpSpPr>
          <a:xfrm>
            <a:off x="0" y="0"/>
            <a:ext cx="10289322" cy="6858000"/>
            <a:chOff x="0" y="0"/>
            <a:chExt cx="10289322" cy="6858000"/>
          </a:xfrm>
        </p:grpSpPr>
        <p:pic>
          <p:nvPicPr>
            <p:cNvPr id="7" name="図 6">
              <a:extLst>
                <a:ext uri="{FF2B5EF4-FFF2-40B4-BE49-F238E27FC236}">
                  <a16:creationId xmlns:a16="http://schemas.microsoft.com/office/drawing/2014/main" id="{EBA7BB0D-2D34-48FF-7B51-94B4D049071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5144661" cy="6858000"/>
            </a:xfrm>
            <a:prstGeom prst="rect">
              <a:avLst/>
            </a:prstGeom>
          </p:spPr>
        </p:pic>
        <p:pic>
          <p:nvPicPr>
            <p:cNvPr id="9" name="図 8">
              <a:extLst>
                <a:ext uri="{FF2B5EF4-FFF2-40B4-BE49-F238E27FC236}">
                  <a16:creationId xmlns:a16="http://schemas.microsoft.com/office/drawing/2014/main" id="{CF5C9136-6930-2519-CA40-4471F7BDCBE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44661" y="0"/>
              <a:ext cx="5144661" cy="685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845463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F5AF781D-C92E-DA4E-E67B-8094149A0DB8}"/>
              </a:ext>
            </a:extLst>
          </p:cNvPr>
          <p:cNvGrpSpPr/>
          <p:nvPr/>
        </p:nvGrpSpPr>
        <p:grpSpPr>
          <a:xfrm>
            <a:off x="-1" y="1864896"/>
            <a:ext cx="5974963" cy="4993104"/>
            <a:chOff x="-1" y="1864896"/>
            <a:chExt cx="5974963" cy="4993104"/>
          </a:xfrm>
        </p:grpSpPr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655D6282-A83A-6D30-09B6-F60EAC7234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387" t="36510" r="16342" b="19894"/>
            <a:stretch>
              <a:fillRect/>
            </a:stretch>
          </p:blipFill>
          <p:spPr>
            <a:xfrm>
              <a:off x="0" y="4361448"/>
              <a:ext cx="5974962" cy="2496552"/>
            </a:xfrm>
            <a:prstGeom prst="rect">
              <a:avLst/>
            </a:prstGeom>
          </p:spPr>
        </p:pic>
        <p:pic>
          <p:nvPicPr>
            <p:cNvPr id="7" name="図 6">
              <a:extLst>
                <a:ext uri="{FF2B5EF4-FFF2-40B4-BE49-F238E27FC236}">
                  <a16:creationId xmlns:a16="http://schemas.microsoft.com/office/drawing/2014/main" id="{82D1E791-3B41-24D4-041A-8AB0E533B58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3079" r="27444" b="36508"/>
            <a:stretch>
              <a:fillRect/>
            </a:stretch>
          </p:blipFill>
          <p:spPr>
            <a:xfrm>
              <a:off x="-1" y="1864896"/>
              <a:ext cx="5974963" cy="249655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824483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B10B3DF9-AA17-EEE1-4A93-1FAAFF917001}"/>
              </a:ext>
            </a:extLst>
          </p:cNvPr>
          <p:cNvGrpSpPr/>
          <p:nvPr/>
        </p:nvGrpSpPr>
        <p:grpSpPr>
          <a:xfrm>
            <a:off x="0" y="0"/>
            <a:ext cx="10289322" cy="6858000"/>
            <a:chOff x="0" y="0"/>
            <a:chExt cx="10289322" cy="6858000"/>
          </a:xfrm>
        </p:grpSpPr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0FDAF4D0-7C27-F0F3-69C4-D4F5B025FC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44661" y="0"/>
              <a:ext cx="5144661" cy="6858000"/>
            </a:xfrm>
            <a:prstGeom prst="rect">
              <a:avLst/>
            </a:prstGeom>
          </p:spPr>
        </p:pic>
        <p:pic>
          <p:nvPicPr>
            <p:cNvPr id="7" name="図 6">
              <a:extLst>
                <a:ext uri="{FF2B5EF4-FFF2-40B4-BE49-F238E27FC236}">
                  <a16:creationId xmlns:a16="http://schemas.microsoft.com/office/drawing/2014/main" id="{94BC7D0B-59BD-8A06-76D8-303466710C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5144661" cy="6858000"/>
            </a:xfrm>
            <a:prstGeom prst="rect">
              <a:avLst/>
            </a:prstGeom>
          </p:spPr>
        </p:pic>
        <p:sp>
          <p:nvSpPr>
            <p:cNvPr id="8" name="矢印: 左カーブ 7">
              <a:extLst>
                <a:ext uri="{FF2B5EF4-FFF2-40B4-BE49-F238E27FC236}">
                  <a16:creationId xmlns:a16="http://schemas.microsoft.com/office/drawing/2014/main" id="{1F901066-658A-E2F2-3276-75390FB8E2AF}"/>
                </a:ext>
              </a:extLst>
            </p:cNvPr>
            <p:cNvSpPr/>
            <p:nvPr/>
          </p:nvSpPr>
          <p:spPr>
            <a:xfrm rot="15575681">
              <a:off x="4722926" y="-375073"/>
              <a:ext cx="1402644" cy="4973113"/>
            </a:xfrm>
            <a:prstGeom prst="curvedLeftArrow">
              <a:avLst>
                <a:gd name="adj1" fmla="val 16652"/>
                <a:gd name="adj2" fmla="val 46457"/>
                <a:gd name="adj3" fmla="val 53539"/>
              </a:avLst>
            </a:prstGeom>
            <a:solidFill>
              <a:srgbClr val="FFFF00"/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9" name="楕円 8">
              <a:extLst>
                <a:ext uri="{FF2B5EF4-FFF2-40B4-BE49-F238E27FC236}">
                  <a16:creationId xmlns:a16="http://schemas.microsoft.com/office/drawing/2014/main" id="{9878F4E7-ECBC-22E0-5FA6-71F39CA0C301}"/>
                </a:ext>
              </a:extLst>
            </p:cNvPr>
            <p:cNvSpPr/>
            <p:nvPr/>
          </p:nvSpPr>
          <p:spPr>
            <a:xfrm>
              <a:off x="6994937" y="2478505"/>
              <a:ext cx="1569277" cy="914400"/>
            </a:xfrm>
            <a:prstGeom prst="ellipse">
              <a:avLst/>
            </a:prstGeom>
            <a:noFill/>
            <a:ln w="7620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" name="吹き出し: 円形 9">
              <a:extLst>
                <a:ext uri="{FF2B5EF4-FFF2-40B4-BE49-F238E27FC236}">
                  <a16:creationId xmlns:a16="http://schemas.microsoft.com/office/drawing/2014/main" id="{03EB9CA9-16F8-B707-4F51-B753E509954C}"/>
                </a:ext>
              </a:extLst>
            </p:cNvPr>
            <p:cNvSpPr/>
            <p:nvPr/>
          </p:nvSpPr>
          <p:spPr>
            <a:xfrm>
              <a:off x="7659259" y="1281362"/>
              <a:ext cx="2561567" cy="1054609"/>
            </a:xfrm>
            <a:prstGeom prst="wedgeEllipseCallout">
              <a:avLst>
                <a:gd name="adj1" fmla="val -34219"/>
                <a:gd name="adj2" fmla="val 64782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2400" dirty="0">
                  <a:solidFill>
                    <a:srgbClr val="FF0000"/>
                  </a:solidFill>
                </a:rPr>
                <a:t>良く見ると突起が</a:t>
              </a:r>
              <a:r>
                <a:rPr kumimoji="1" lang="en-US" altLang="ja-JP" sz="2400" dirty="0">
                  <a:solidFill>
                    <a:srgbClr val="FF0000"/>
                  </a:solidFill>
                </a:rPr>
                <a:t>!!!</a:t>
              </a:r>
              <a:endParaRPr kumimoji="1" lang="ja-JP" altLang="en-US" sz="2400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216198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4DFB6A16-BE58-843D-1884-94E3EFD9077A}"/>
              </a:ext>
            </a:extLst>
          </p:cNvPr>
          <p:cNvGrpSpPr/>
          <p:nvPr/>
        </p:nvGrpSpPr>
        <p:grpSpPr>
          <a:xfrm>
            <a:off x="0" y="-1"/>
            <a:ext cx="11800114" cy="4426042"/>
            <a:chOff x="0" y="-1"/>
            <a:chExt cx="11800114" cy="4426042"/>
          </a:xfrm>
        </p:grpSpPr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3DDB457C-EC1F-F37D-2C57-161344E6127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737008" y="-737008"/>
              <a:ext cx="4426041" cy="5900057"/>
            </a:xfrm>
            <a:prstGeom prst="rect">
              <a:avLst/>
            </a:prstGeom>
          </p:spPr>
        </p:pic>
        <p:pic>
          <p:nvPicPr>
            <p:cNvPr id="7" name="図 6">
              <a:extLst>
                <a:ext uri="{FF2B5EF4-FFF2-40B4-BE49-F238E27FC236}">
                  <a16:creationId xmlns:a16="http://schemas.microsoft.com/office/drawing/2014/main" id="{9C6F6A7C-0C7D-904E-D654-14478B0B248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00057" y="-1"/>
              <a:ext cx="5900057" cy="442604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344162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7428E7E0-C524-A3B4-FFD9-7B763FA8ADD0}"/>
              </a:ext>
            </a:extLst>
          </p:cNvPr>
          <p:cNvGrpSpPr/>
          <p:nvPr/>
        </p:nvGrpSpPr>
        <p:grpSpPr>
          <a:xfrm>
            <a:off x="0" y="0"/>
            <a:ext cx="10289043" cy="4895779"/>
            <a:chOff x="0" y="0"/>
            <a:chExt cx="10289043" cy="4895779"/>
          </a:xfrm>
        </p:grpSpPr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1B03A92E-3785-CC78-C21E-10A0C27480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348" r="15823" b="7284"/>
            <a:stretch>
              <a:fillRect/>
            </a:stretch>
          </p:blipFill>
          <p:spPr>
            <a:xfrm>
              <a:off x="0" y="0"/>
              <a:ext cx="4579257" cy="4434114"/>
            </a:xfrm>
            <a:prstGeom prst="rect">
              <a:avLst/>
            </a:prstGeom>
          </p:spPr>
        </p:pic>
        <p:pic>
          <p:nvPicPr>
            <p:cNvPr id="7" name="図 6">
              <a:extLst>
                <a:ext uri="{FF2B5EF4-FFF2-40B4-BE49-F238E27FC236}">
                  <a16:creationId xmlns:a16="http://schemas.microsoft.com/office/drawing/2014/main" id="{8B5FC927-EC10-FD1C-410B-01B9BE892B6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329" b="959"/>
            <a:stretch>
              <a:fillRect/>
            </a:stretch>
          </p:blipFill>
          <p:spPr>
            <a:xfrm>
              <a:off x="4579257" y="0"/>
              <a:ext cx="5709786" cy="4434114"/>
            </a:xfrm>
            <a:prstGeom prst="rect">
              <a:avLst/>
            </a:prstGeom>
          </p:spPr>
        </p:pic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D4CD8F03-981D-F086-4444-AA9BAC1BC16F}"/>
                </a:ext>
              </a:extLst>
            </p:cNvPr>
            <p:cNvSpPr txBox="1"/>
            <p:nvPr/>
          </p:nvSpPr>
          <p:spPr>
            <a:xfrm>
              <a:off x="196748" y="4434114"/>
              <a:ext cx="418576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400" dirty="0"/>
                <a:t>きちんとはまっていない状態</a:t>
              </a:r>
            </a:p>
          </p:txBody>
        </p:sp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8D6C928F-4D81-0E23-35B6-E825CDA674AF}"/>
                </a:ext>
              </a:extLst>
            </p:cNvPr>
            <p:cNvSpPr txBox="1"/>
            <p:nvPr/>
          </p:nvSpPr>
          <p:spPr>
            <a:xfrm>
              <a:off x="6572375" y="4416807"/>
              <a:ext cx="17235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400" dirty="0"/>
                <a:t>正常な状態</a:t>
              </a:r>
            </a:p>
          </p:txBody>
        </p:sp>
        <p:sp>
          <p:nvSpPr>
            <p:cNvPr id="10" name="楕円 9">
              <a:extLst>
                <a:ext uri="{FF2B5EF4-FFF2-40B4-BE49-F238E27FC236}">
                  <a16:creationId xmlns:a16="http://schemas.microsoft.com/office/drawing/2014/main" id="{8D37A58C-2B8D-C768-5521-85AD3B2D904A}"/>
                </a:ext>
              </a:extLst>
            </p:cNvPr>
            <p:cNvSpPr/>
            <p:nvPr/>
          </p:nvSpPr>
          <p:spPr>
            <a:xfrm>
              <a:off x="1624651" y="1313542"/>
              <a:ext cx="762949" cy="1480457"/>
            </a:xfrm>
            <a:prstGeom prst="ellipse">
              <a:avLst/>
            </a:prstGeom>
            <a:noFill/>
            <a:ln w="7620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" name="楕円 10">
              <a:extLst>
                <a:ext uri="{FF2B5EF4-FFF2-40B4-BE49-F238E27FC236}">
                  <a16:creationId xmlns:a16="http://schemas.microsoft.com/office/drawing/2014/main" id="{B190210E-4776-B9D7-F68A-1A31F1577F14}"/>
                </a:ext>
              </a:extLst>
            </p:cNvPr>
            <p:cNvSpPr/>
            <p:nvPr/>
          </p:nvSpPr>
          <p:spPr>
            <a:xfrm>
              <a:off x="6857051" y="1320798"/>
              <a:ext cx="879064" cy="1473201"/>
            </a:xfrm>
            <a:prstGeom prst="ellipse">
              <a:avLst/>
            </a:prstGeom>
            <a:noFill/>
            <a:ln w="7620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8644485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22</Words>
  <Application>Microsoft Office PowerPoint</Application>
  <PresentationFormat>ワイド画面</PresentationFormat>
  <Paragraphs>7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1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入谷 美志成_舞鶴MS学生</dc:creator>
  <cp:lastModifiedBy>入谷 美志成_舞鶴MS学生</cp:lastModifiedBy>
  <cp:revision>5</cp:revision>
  <dcterms:created xsi:type="dcterms:W3CDTF">2026-04-23T16:43:12Z</dcterms:created>
  <dcterms:modified xsi:type="dcterms:W3CDTF">2026-04-24T04:24:36Z</dcterms:modified>
</cp:coreProperties>
</file>