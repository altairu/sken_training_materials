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7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49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E4A54-7164-7E9C-02A6-730A36EA4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F2506D-6C7F-5BFE-9020-E5211AB9E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F0350C-68FA-DB42-6D4F-2DCE4465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E5AEAF-3287-444C-BCA7-5BB023A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03DC22-F36D-78D3-C880-AB6B02C3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86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490148-E29A-D8C1-D996-BFAF9535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3799E-9B45-D8B5-B5D6-8355C7C0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4D29D-2731-1BE3-263B-7A8527525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ACE06F-B944-3F5A-226E-769F08B8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76C1DB-73E1-800D-94BC-4B0F3580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77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FDAA4-84F1-F239-F324-0E20953D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54D0F-F313-D31A-6AA4-1260ECF9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290FDD-267F-0CC1-1742-597CD561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AB5259-8495-56AF-2D03-6B8427BB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54E33F-22C4-E889-B5B5-A7B07139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74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48E67-D079-8C3D-7881-07EE44EE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4B8DD3-A9D0-4960-3B54-450B4310B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B71753-8664-8B9D-33BD-671473E3C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D2E2A9-0360-FADC-154D-27A1BEEE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8017E6-713E-5C80-98AE-5BC57438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729798-3724-D872-B66F-A18C91E9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05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02BB9-9410-B583-5251-266C81FB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D59F-CDAD-73F0-E964-5E1890DC1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0D3D44-325B-150D-56E8-C41B0F644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AF42450-BA10-8777-AA7D-218EBEA4B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A4FF4F-F623-6C70-4D04-8BB8A62D8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9BF6D8-F8D3-45D2-3CA8-43D84573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EEE4E2-B408-E967-4D38-EA89368B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40CEFD7-02B5-5C7A-D59B-8DEF84CF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02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FA898-BD65-1771-D751-C55A0F68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647217-972D-8ABA-0B2C-C7970265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619576-D771-7AE8-AFD3-103E3385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EB37E0-FB27-C920-3B03-AC64A208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21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0D9AD7-71F5-3954-6434-7E55EC493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E0C436-E3CB-4A9B-0FFB-8E2782E5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A8C822-3670-FD03-D751-34E71A53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66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0EB227-9E51-684A-AAD0-302215DD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197BF6-06B3-529B-1049-08CD32349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8C35E3-32D1-8279-470C-67E00F082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A79DEB-5694-FCF7-7B05-5D45C6E6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7884DC-8526-7062-38A4-41E463A9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ACD8A7-5AE1-64C5-6FFB-E93D2661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27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E06EE4-571D-3BFD-A142-1F264CB7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C0B1DBF-770D-B492-9FBE-387CBCE43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58A5C4-2CB1-C614-9326-CF212E7F0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BF2B8C-EBA1-4A04-6CEB-4EBC9A87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7AA247-200B-7445-A00D-3411B43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78533-09CA-2D46-B319-F6BC6CD6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62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3D4D43-189F-ABCA-6C7F-FA1A5A02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ED0EF3-7B4E-6651-8329-3CCD12F4F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FAC7EA-FCB2-95B4-BAFC-43E3345D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BED2CA-C480-7D29-4435-5FBFF4AA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5C0EDF-1B1A-7230-A362-5C8BDC28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99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D2DB938-8FED-FD5B-6EDE-52BBD99FB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93A2CA-FE76-9B42-B947-0653D3BCB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F000C2-62DC-CD2A-F0AB-603D2985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57C293-3405-D9E4-076B-9C933359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3F0A8F-8A6E-1A3A-5AF4-AED57F51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82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DB4143-455F-7E72-33B3-271C7896B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57C525-DF28-20B4-E177-1357256E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ED0B23-E0B0-F788-1352-8FF2AC954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AEFD68-AB96-D945-DBA9-13D672CB0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EC5344-2F12-1C76-DEFB-26B09A432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30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35E24EA-C536-3332-B29E-EAAFCFD5D10D}"/>
              </a:ext>
            </a:extLst>
          </p:cNvPr>
          <p:cNvGrpSpPr/>
          <p:nvPr/>
        </p:nvGrpSpPr>
        <p:grpSpPr>
          <a:xfrm>
            <a:off x="0" y="0"/>
            <a:ext cx="10131149" cy="6858001"/>
            <a:chOff x="0" y="0"/>
            <a:chExt cx="10131149" cy="685800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4BA415CA-961E-385B-D150-FD7B0979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2" cy="6858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ED6A08E-E1E7-1716-E7EC-6FBA209B6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35" b="51958"/>
            <a:stretch>
              <a:fillRect/>
            </a:stretch>
          </p:blipFill>
          <p:spPr>
            <a:xfrm>
              <a:off x="5144662" y="3438546"/>
              <a:ext cx="4974441" cy="3419455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4B3DC07-813C-642D-2C81-D220678A0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2" t="2261" r="4822" b="16277"/>
            <a:stretch>
              <a:fillRect/>
            </a:stretch>
          </p:blipFill>
          <p:spPr>
            <a:xfrm>
              <a:off x="5144661" y="0"/>
              <a:ext cx="4974442" cy="3512456"/>
            </a:xfrm>
            <a:prstGeom prst="rect">
              <a:avLst/>
            </a:prstGeom>
          </p:spPr>
        </p:pic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F896DA17-F05D-27EA-CB46-D3A65179FABA}"/>
                </a:ext>
              </a:extLst>
            </p:cNvPr>
            <p:cNvSpPr/>
            <p:nvPr/>
          </p:nvSpPr>
          <p:spPr>
            <a:xfrm>
              <a:off x="5648826" y="583532"/>
              <a:ext cx="2105527" cy="9144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8503C1FB-FC74-BECE-70D0-ED8D21B0D673}"/>
                </a:ext>
              </a:extLst>
            </p:cNvPr>
            <p:cNvSpPr/>
            <p:nvPr/>
          </p:nvSpPr>
          <p:spPr>
            <a:xfrm>
              <a:off x="5572626" y="4270828"/>
              <a:ext cx="2105527" cy="9144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矢印: 環状 20">
              <a:extLst>
                <a:ext uri="{FF2B5EF4-FFF2-40B4-BE49-F238E27FC236}">
                  <a16:creationId xmlns:a16="http://schemas.microsoft.com/office/drawing/2014/main" id="{1CB47572-04FF-E63C-EAFA-F75E2B359B80}"/>
                </a:ext>
              </a:extLst>
            </p:cNvPr>
            <p:cNvSpPr/>
            <p:nvPr/>
          </p:nvSpPr>
          <p:spPr>
            <a:xfrm rot="4926556">
              <a:off x="5383079" y="499052"/>
              <a:ext cx="4590146" cy="4905995"/>
            </a:xfrm>
            <a:prstGeom prst="circularArrow">
              <a:avLst>
                <a:gd name="adj1" fmla="val 4938"/>
                <a:gd name="adj2" fmla="val 1198000"/>
                <a:gd name="adj3" fmla="val 20374918"/>
                <a:gd name="adj4" fmla="val 11933693"/>
                <a:gd name="adj5" fmla="val 12500"/>
              </a:avLst>
            </a:prstGeom>
            <a:solidFill>
              <a:srgbClr val="FFFF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吹き出し: 円形 21">
              <a:extLst>
                <a:ext uri="{FF2B5EF4-FFF2-40B4-BE49-F238E27FC236}">
                  <a16:creationId xmlns:a16="http://schemas.microsoft.com/office/drawing/2014/main" id="{2EBA8839-4825-7672-A6B3-DABA4EE876F1}"/>
                </a:ext>
              </a:extLst>
            </p:cNvPr>
            <p:cNvSpPr/>
            <p:nvPr/>
          </p:nvSpPr>
          <p:spPr>
            <a:xfrm>
              <a:off x="7883964" y="72190"/>
              <a:ext cx="2105527" cy="889856"/>
            </a:xfrm>
            <a:prstGeom prst="wedgeEllipseCallout">
              <a:avLst>
                <a:gd name="adj1" fmla="val -52626"/>
                <a:gd name="adj2" fmla="val 450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ON</a:t>
              </a:r>
              <a:r>
                <a:rPr kumimoji="1" lang="ja-JP" altLang="en-US" dirty="0">
                  <a:solidFill>
                    <a:schemeClr val="tx1"/>
                  </a:solidFill>
                </a:rPr>
                <a:t>になると黒くなる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103C146-6843-2004-61DE-3C5A07363A02}"/>
                </a:ext>
              </a:extLst>
            </p:cNvPr>
            <p:cNvSpPr txBox="1"/>
            <p:nvPr/>
          </p:nvSpPr>
          <p:spPr>
            <a:xfrm>
              <a:off x="5468352" y="141893"/>
              <a:ext cx="6832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OFF</a:t>
              </a:r>
              <a:endParaRPr kumimoji="1" lang="ja-JP" altLang="en-US" sz="20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C38C9E3-5264-3AD2-627A-18BE007C0955}"/>
                </a:ext>
              </a:extLst>
            </p:cNvPr>
            <p:cNvSpPr txBox="1"/>
            <p:nvPr/>
          </p:nvSpPr>
          <p:spPr>
            <a:xfrm>
              <a:off x="5468352" y="3854404"/>
              <a:ext cx="56689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ON</a:t>
              </a:r>
              <a:endParaRPr kumimoji="1" lang="ja-JP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795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27844CA-0F11-ED4D-C97E-C8D0B3453A3D}"/>
              </a:ext>
            </a:extLst>
          </p:cNvPr>
          <p:cNvGrpSpPr/>
          <p:nvPr/>
        </p:nvGrpSpPr>
        <p:grpSpPr>
          <a:xfrm>
            <a:off x="0" y="0"/>
            <a:ext cx="10289322" cy="6858000"/>
            <a:chOff x="0" y="0"/>
            <a:chExt cx="10289322" cy="68580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3C56EC6-6C6B-F2C0-C633-275A6249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4661" y="0"/>
              <a:ext cx="5144661" cy="6858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4C026EF-CA53-CC50-C812-25DD931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1" cy="6858000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F970A8E9-A971-5D46-48DE-BFBD22FEB702}"/>
                </a:ext>
              </a:extLst>
            </p:cNvPr>
            <p:cNvSpPr/>
            <p:nvPr/>
          </p:nvSpPr>
          <p:spPr>
            <a:xfrm>
              <a:off x="2063415" y="3994484"/>
              <a:ext cx="914400" cy="9144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矢印: 右 8">
              <a:extLst>
                <a:ext uri="{FF2B5EF4-FFF2-40B4-BE49-F238E27FC236}">
                  <a16:creationId xmlns:a16="http://schemas.microsoft.com/office/drawing/2014/main" id="{B6DDC971-F7EF-581F-964E-47264A06B260}"/>
                </a:ext>
              </a:extLst>
            </p:cNvPr>
            <p:cNvSpPr/>
            <p:nvPr/>
          </p:nvSpPr>
          <p:spPr>
            <a:xfrm rot="20968562">
              <a:off x="3218785" y="3391106"/>
              <a:ext cx="2650036" cy="1518184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4000" b="1" dirty="0">
                  <a:solidFill>
                    <a:schemeClr val="tx1"/>
                  </a:solidFill>
                </a:rPr>
                <a:t>拡大</a:t>
              </a:r>
              <a:endParaRPr kumimoji="1" lang="ja-JP" altLang="en-US" sz="4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EFDBF5B-2B87-A8AD-94E7-D6BA4C931D96}"/>
                </a:ext>
              </a:extLst>
            </p:cNvPr>
            <p:cNvSpPr/>
            <p:nvPr/>
          </p:nvSpPr>
          <p:spPr>
            <a:xfrm>
              <a:off x="6423437" y="3429000"/>
              <a:ext cx="1569277" cy="914400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743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E9D712E-4096-60B8-815D-A4E535400BC8}"/>
              </a:ext>
            </a:extLst>
          </p:cNvPr>
          <p:cNvGrpSpPr/>
          <p:nvPr/>
        </p:nvGrpSpPr>
        <p:grpSpPr>
          <a:xfrm>
            <a:off x="0" y="0"/>
            <a:ext cx="10289322" cy="6858000"/>
            <a:chOff x="0" y="0"/>
            <a:chExt cx="10289322" cy="68580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EBA7BB0D-2D34-48FF-7B51-94B4D0490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1" cy="6858000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CF5C9136-6930-2519-CA40-4471F7BDC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4661" y="0"/>
              <a:ext cx="5144661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454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5AF781D-C92E-DA4E-E67B-8094149A0DB8}"/>
              </a:ext>
            </a:extLst>
          </p:cNvPr>
          <p:cNvGrpSpPr/>
          <p:nvPr/>
        </p:nvGrpSpPr>
        <p:grpSpPr>
          <a:xfrm>
            <a:off x="-1" y="1864896"/>
            <a:ext cx="5974963" cy="4993104"/>
            <a:chOff x="-1" y="1864896"/>
            <a:chExt cx="5974963" cy="4993104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55D6282-A83A-6D30-09B6-F60EAC723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87" t="36510" r="16342" b="19894"/>
            <a:stretch>
              <a:fillRect/>
            </a:stretch>
          </p:blipFill>
          <p:spPr>
            <a:xfrm>
              <a:off x="0" y="4361448"/>
              <a:ext cx="5974962" cy="2496552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2D1E791-3B41-24D4-041A-8AB0E533B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79" r="27444" b="36508"/>
            <a:stretch>
              <a:fillRect/>
            </a:stretch>
          </p:blipFill>
          <p:spPr>
            <a:xfrm>
              <a:off x="-1" y="1864896"/>
              <a:ext cx="5974963" cy="2496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2448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</Words>
  <Application>Microsoft Office PowerPoint</Application>
  <PresentationFormat>ワイド画面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入谷 美志成_舞鶴MS学生</dc:creator>
  <cp:lastModifiedBy>入谷 美志成_舞鶴MS学生</cp:lastModifiedBy>
  <cp:revision>3</cp:revision>
  <dcterms:created xsi:type="dcterms:W3CDTF">2026-04-23T16:43:12Z</dcterms:created>
  <dcterms:modified xsi:type="dcterms:W3CDTF">2026-04-23T18:46:28Z</dcterms:modified>
</cp:coreProperties>
</file>