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48FA6-EB8E-5CBC-F84D-7DB1737EC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C26DA80-152D-30BD-20B3-2222FA3E8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21CD47-3C21-82F6-595E-75B7C1A0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59F668-98A5-75E1-EC8B-EAC731E0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1E83F6-C15D-8449-6DC7-ECB63A02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88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0F2307-F66C-9BED-541B-8E0D0010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122DD1-840E-D6B7-53A4-2840F3470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4E04AE-FAAD-5ED6-710B-B38C466B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99FE67-6F10-847D-400D-BDF6479E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0A3694-2EA8-A3E8-9F4B-9CFB57C6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04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F45341-08A4-5AE1-E00E-F6F85FA7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5A6226-AAEC-0C90-6D20-E7AAF2C0D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6F214A-E643-9011-040D-C0CCCFE2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F1B98C-8967-824B-9A3C-9F8BD1E4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B734B1-F0DC-19AC-61D1-1797B56A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100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0295A-BC69-9B5C-FB88-B49752F2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151F56-3153-FCB2-2CE8-D22F1FBDD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B4C490-675D-3F53-F548-A69BFFEBC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6B8BCE-128B-B887-4545-187063FB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4AD76A-5DD0-5D2B-85AA-5C5965D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4615FD-37C9-A6A7-A20D-2B90A2D7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08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BBB61-8288-B70E-47B0-9071A7DD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CAFB10-22DE-48FC-E83E-FA208A99F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F8F4A0-85F3-5BB7-EF59-D78718EDA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17E755-7DAF-06F3-BF59-1EACAAFB5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CE1BBD1-B55A-A3EA-0F0A-E11FB49A4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8838F1-77A9-B865-4AA9-95AE9847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41048CB-AC58-7CBE-34DD-5F6A26B8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D5D1D35-20A6-99CE-E598-F8968D5A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320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ACAD0F-8E4A-5BA7-BAB4-E2AA29AB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9F461A-3D2A-23D5-F8D7-C53E6D61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E20E58-F6AF-DC7A-B7B3-170A87AD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D0FF504-9FFD-618E-8BB2-4DDA9662D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13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E0D18F-2426-C310-67E7-C67AD93F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1F4C338-04C8-AC5A-5F8D-A2F82BB2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9CA99E-4C6F-9726-13FF-C437BE2F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23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333399-A51B-52EA-A346-95C18D20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480C0E-4E41-16D3-D652-CA195582B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03713A-2167-8B95-A141-37E818E22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D133A4-F895-3ED0-D5BB-1C0576EE2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EFD1A9-A307-65CF-44FD-1F82FBAB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D18556-94F1-D696-1C80-B3722111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70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D1E5B-D742-EF66-B2DC-68D9699B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D94FB6-1DFC-6CCF-B1C8-8248269C9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2CE5FE-43CA-0BD8-7F23-7C595D6E7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363775-DC6B-44C5-D2ED-D75C706A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B4B9D2-5CD6-D946-BF14-2D9003C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2083A2-8EB8-D244-7A92-7FC5643D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75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92FF54-0FCA-6B66-222E-4D94DD00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73D5A8-3A33-DA31-264C-E21CADF5A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DEBEB2-54D8-D11C-35ED-4052F67E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12618B-0D57-F581-2836-623FD9DC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D3C26A-1F4B-1EFF-08FC-F3941482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0612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EF1D53-75AC-744B-FD9B-962D5788B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15E0BF-5F59-A633-2856-65F1AE145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AD6A1A-439D-5C1D-F310-6AE1C614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967820-A365-7535-412C-FA536B06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1393BE-9A78-17EB-086E-8D10305E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69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26AD1A-2140-1700-5366-D10A77B0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85672D-CF06-97DF-A575-F9F24530C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F02209-E779-E830-1C99-AEFB6ECE9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D0204-7623-415F-9416-E536EF09F392}" type="datetimeFigureOut">
              <a:rPr kumimoji="1" lang="ja-JP" altLang="en-US" smtClean="0"/>
              <a:t>2025/5/19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79B66-F2E5-1BF1-A158-108B47D21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276352-E736-0AAE-7954-6E1BE1125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717CD-96BD-47C5-9F1E-D7E517119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58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19C604F-B261-4BA6-CC8F-BF72776D6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467" y="0"/>
            <a:ext cx="5615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6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EC4A-E6DA-8477-966C-7B222ECBF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B209490-63DE-B7DA-7BDD-1CB889DC79B8}"/>
              </a:ext>
            </a:extLst>
          </p:cNvPr>
          <p:cNvGrpSpPr/>
          <p:nvPr/>
        </p:nvGrpSpPr>
        <p:grpSpPr>
          <a:xfrm>
            <a:off x="3234325" y="403059"/>
            <a:ext cx="5615065" cy="3564030"/>
            <a:chOff x="3234325" y="403059"/>
            <a:chExt cx="5615065" cy="356403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5F7A2CEB-C32C-85E7-1781-6C7F3C96E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8031"/>
            <a:stretch/>
          </p:blipFill>
          <p:spPr>
            <a:xfrm>
              <a:off x="3234325" y="403059"/>
              <a:ext cx="5615065" cy="3564030"/>
            </a:xfrm>
            <a:prstGeom prst="rect">
              <a:avLst/>
            </a:prstGeom>
          </p:spPr>
        </p:pic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C4134A37-E138-56EF-D3BD-1CC035D6D90F}"/>
                </a:ext>
              </a:extLst>
            </p:cNvPr>
            <p:cNvSpPr/>
            <p:nvPr/>
          </p:nvSpPr>
          <p:spPr>
            <a:xfrm>
              <a:off x="3234326" y="2286000"/>
              <a:ext cx="1028186" cy="168108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784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DCA75-4931-804A-34BD-504F768B5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FC3EDBB-D35E-71D8-8C3A-39C77D516E81}"/>
              </a:ext>
            </a:extLst>
          </p:cNvPr>
          <p:cNvGrpSpPr/>
          <p:nvPr/>
        </p:nvGrpSpPr>
        <p:grpSpPr>
          <a:xfrm>
            <a:off x="3459251" y="1306646"/>
            <a:ext cx="5273497" cy="4244708"/>
            <a:chOff x="3459251" y="1306646"/>
            <a:chExt cx="5273497" cy="4244708"/>
          </a:xfrm>
        </p:grpSpPr>
        <p:pic>
          <p:nvPicPr>
            <p:cNvPr id="3" name="図 2" descr="グラフィカル ユーザー インターフェイス, アプリケーショ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2FA7F82C-101C-0CB7-E910-742E23BD5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9251" y="1306646"/>
              <a:ext cx="5273497" cy="4244708"/>
            </a:xfrm>
            <a:prstGeom prst="rect">
              <a:avLst/>
            </a:prstGeom>
          </p:spPr>
        </p:pic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05A04179-2C9C-65B8-0A8D-6A0458D5C51C}"/>
                </a:ext>
              </a:extLst>
            </p:cNvPr>
            <p:cNvSpPr/>
            <p:nvPr/>
          </p:nvSpPr>
          <p:spPr>
            <a:xfrm>
              <a:off x="4639379" y="1501698"/>
              <a:ext cx="884191" cy="453484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819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0CF5-265F-5432-3187-43E85B79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fset">
            <a:hlinkClick r:id="" action="ppaction://media"/>
            <a:extLst>
              <a:ext uri="{FF2B5EF4-FFF2-40B4-BE49-F238E27FC236}">
                <a16:creationId xmlns:a16="http://schemas.microsoft.com/office/drawing/2014/main" id="{2DD29A6A-192D-A541-F99A-8ECC03D9CA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8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7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B92C-4D3A-9DE0-5324-D9194157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1560CEFD-7C52-AF51-4A04-6508BE435D4A}"/>
              </a:ext>
            </a:extLst>
          </p:cNvPr>
          <p:cNvGrpSpPr/>
          <p:nvPr/>
        </p:nvGrpSpPr>
        <p:grpSpPr>
          <a:xfrm>
            <a:off x="2031802" y="2018100"/>
            <a:ext cx="8280243" cy="2560542"/>
            <a:chOff x="2031802" y="2018100"/>
            <a:chExt cx="8280243" cy="2560542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D17A5B39-6120-32B6-5F61-9B08FD41EC22}"/>
                </a:ext>
              </a:extLst>
            </p:cNvPr>
            <p:cNvGrpSpPr/>
            <p:nvPr/>
          </p:nvGrpSpPr>
          <p:grpSpPr>
            <a:xfrm>
              <a:off x="2031802" y="2018100"/>
              <a:ext cx="4572396" cy="2560542"/>
              <a:chOff x="3809802" y="2148729"/>
              <a:chExt cx="4572396" cy="2560542"/>
            </a:xfrm>
          </p:grpSpPr>
          <p:pic>
            <p:nvPicPr>
              <p:cNvPr id="3" name="図 2" descr="グラフィカル ユーザー インターフェイス&#10;&#10;AI によって生成されたコンテンツは間違っている可能性があります。">
                <a:extLst>
                  <a:ext uri="{FF2B5EF4-FFF2-40B4-BE49-F238E27FC236}">
                    <a16:creationId xmlns:a16="http://schemas.microsoft.com/office/drawing/2014/main" id="{6D1B71DA-DD8E-1DF9-84DF-194DC57DF6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9802" y="2148729"/>
                <a:ext cx="4572396" cy="2560542"/>
              </a:xfrm>
              <a:prstGeom prst="rect">
                <a:avLst/>
              </a:prstGeom>
            </p:spPr>
          </p:pic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726C7E1E-1F61-94AB-93D5-E37097B336A0}"/>
                  </a:ext>
                </a:extLst>
              </p:cNvPr>
              <p:cNvSpPr/>
              <p:nvPr/>
            </p:nvSpPr>
            <p:spPr>
              <a:xfrm>
                <a:off x="4511583" y="3429000"/>
                <a:ext cx="1903731" cy="40277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pic>
          <p:nvPicPr>
            <p:cNvPr id="8" name="図 7" descr="グラフィカル ユーザー インターフェイス, アプリケーショ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24634944-5542-8472-6ECB-19241E6B8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6333" y="2018101"/>
              <a:ext cx="3565712" cy="2560541"/>
            </a:xfrm>
            <a:prstGeom prst="rect">
              <a:avLst/>
            </a:prstGeom>
          </p:spPr>
        </p:pic>
        <p:sp>
          <p:nvSpPr>
            <p:cNvPr id="9" name="矢印: 右 8">
              <a:extLst>
                <a:ext uri="{FF2B5EF4-FFF2-40B4-BE49-F238E27FC236}">
                  <a16:creationId xmlns:a16="http://schemas.microsoft.com/office/drawing/2014/main" id="{50AEBF0F-6DBC-F086-DD5E-EDE883DE697A}"/>
                </a:ext>
              </a:extLst>
            </p:cNvPr>
            <p:cNvSpPr/>
            <p:nvPr/>
          </p:nvSpPr>
          <p:spPr>
            <a:xfrm>
              <a:off x="5865100" y="3039297"/>
              <a:ext cx="1184950" cy="779406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135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D5CD9-0A9C-713E-A756-122CEE05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9BEFBE83-AB01-6478-675E-ABB7EDC09B3F}"/>
              </a:ext>
            </a:extLst>
          </p:cNvPr>
          <p:cNvGrpSpPr/>
          <p:nvPr/>
        </p:nvGrpSpPr>
        <p:grpSpPr>
          <a:xfrm>
            <a:off x="3668819" y="582683"/>
            <a:ext cx="4854361" cy="5692633"/>
            <a:chOff x="3668819" y="582683"/>
            <a:chExt cx="4854361" cy="5692633"/>
          </a:xfrm>
        </p:grpSpPr>
        <p:pic>
          <p:nvPicPr>
            <p:cNvPr id="3" name="図 2" descr="グラフィカル ユーザー インターフェイス, アプリケーション, テーブル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E0F7086C-048C-73CF-5E03-AB41D862C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8819" y="582683"/>
              <a:ext cx="4854361" cy="5692633"/>
            </a:xfrm>
            <a:prstGeom prst="rect">
              <a:avLst/>
            </a:prstGeom>
          </p:spPr>
        </p:pic>
        <p:sp>
          <p:nvSpPr>
            <p:cNvPr id="6" name="矢印: 右 5">
              <a:extLst>
                <a:ext uri="{FF2B5EF4-FFF2-40B4-BE49-F238E27FC236}">
                  <a16:creationId xmlns:a16="http://schemas.microsoft.com/office/drawing/2014/main" id="{C9BE745A-42E4-3FFB-B803-AD62B9D9F6EE}"/>
                </a:ext>
              </a:extLst>
            </p:cNvPr>
            <p:cNvSpPr/>
            <p:nvPr/>
          </p:nvSpPr>
          <p:spPr>
            <a:xfrm rot="14959066">
              <a:off x="5557723" y="1759271"/>
              <a:ext cx="1184950" cy="779406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614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1E8C-8C93-F265-8C59-60170304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BA891FD-DCD8-13AC-F224-939A539D0ACC}"/>
              </a:ext>
            </a:extLst>
          </p:cNvPr>
          <p:cNvGrpSpPr/>
          <p:nvPr/>
        </p:nvGrpSpPr>
        <p:grpSpPr>
          <a:xfrm>
            <a:off x="3668819" y="582683"/>
            <a:ext cx="4854361" cy="5692633"/>
            <a:chOff x="3668819" y="582683"/>
            <a:chExt cx="4854361" cy="5692633"/>
          </a:xfrm>
        </p:grpSpPr>
        <p:pic>
          <p:nvPicPr>
            <p:cNvPr id="4" name="図 3" descr="グラフィカル ユーザー インターフェイス, アプリケーショ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8D983490-96D8-FF06-C2E3-809341297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8819" y="582683"/>
              <a:ext cx="4854361" cy="5692633"/>
            </a:xfrm>
            <a:prstGeom prst="rect">
              <a:avLst/>
            </a:prstGeom>
          </p:spPr>
        </p:pic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E688BD2A-8BC1-3422-E60C-FAF20EB0844D}"/>
                </a:ext>
              </a:extLst>
            </p:cNvPr>
            <p:cNvSpPr/>
            <p:nvPr/>
          </p:nvSpPr>
          <p:spPr>
            <a:xfrm>
              <a:off x="6966284" y="2299751"/>
              <a:ext cx="932448" cy="527671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1768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5761-C632-6FD5-5933-F9FA927EC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B1B0044-4F13-D42C-A537-63A6804D7525}"/>
              </a:ext>
            </a:extLst>
          </p:cNvPr>
          <p:cNvGrpSpPr/>
          <p:nvPr/>
        </p:nvGrpSpPr>
        <p:grpSpPr>
          <a:xfrm>
            <a:off x="1820809" y="2316383"/>
            <a:ext cx="8550381" cy="2225233"/>
            <a:chOff x="1820809" y="2316383"/>
            <a:chExt cx="8550381" cy="2225233"/>
          </a:xfrm>
        </p:grpSpPr>
        <p:pic>
          <p:nvPicPr>
            <p:cNvPr id="3" name="図 2" descr="グラフィカル ユーザー インターフェイス, アプリケーション, Word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9B9C74AF-7DCC-610D-2846-E61DAC009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0809" y="2316383"/>
              <a:ext cx="8550381" cy="2225233"/>
            </a:xfrm>
            <a:prstGeom prst="rect">
              <a:avLst/>
            </a:prstGeom>
          </p:spPr>
        </p:pic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301359F3-5E6A-1A7E-35D9-55921998BE94}"/>
                </a:ext>
              </a:extLst>
            </p:cNvPr>
            <p:cNvSpPr/>
            <p:nvPr/>
          </p:nvSpPr>
          <p:spPr>
            <a:xfrm>
              <a:off x="9462836" y="2576478"/>
              <a:ext cx="409074" cy="437432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133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92418-90B9-F306-65AB-742F3E52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83DF882-7424-005D-3E0C-DF1D8B1656AE}"/>
              </a:ext>
            </a:extLst>
          </p:cNvPr>
          <p:cNvGrpSpPr/>
          <p:nvPr/>
        </p:nvGrpSpPr>
        <p:grpSpPr>
          <a:xfrm>
            <a:off x="321731" y="557189"/>
            <a:ext cx="11548537" cy="6142803"/>
            <a:chOff x="321731" y="557189"/>
            <a:chExt cx="11548537" cy="6142803"/>
          </a:xfrm>
        </p:grpSpPr>
        <p:pic>
          <p:nvPicPr>
            <p:cNvPr id="4" name="図 3" descr="ダイアグラム, 設計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36AD6F18-84CE-4519-3858-1C1173647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30" r="10525" b="-1"/>
            <a:stretch>
              <a:fillRect/>
            </a:stretch>
          </p:blipFill>
          <p:spPr>
            <a:xfrm>
              <a:off x="321731" y="557189"/>
              <a:ext cx="5668684" cy="5743618"/>
            </a:xfrm>
            <a:prstGeom prst="rect">
              <a:avLst/>
            </a:prstGeom>
          </p:spPr>
        </p:pic>
        <p:pic>
          <p:nvPicPr>
            <p:cNvPr id="8" name="図 7" descr="ダイアグラム, 設計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CB35C140-8189-AAC1-E4C8-AD11D7C89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82" r="3861"/>
            <a:stretch>
              <a:fillRect/>
            </a:stretch>
          </p:blipFill>
          <p:spPr>
            <a:xfrm>
              <a:off x="6195375" y="557189"/>
              <a:ext cx="5674893" cy="5743618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32A96FA-E03D-A442-44A5-C01DC127EC0D}"/>
                </a:ext>
              </a:extLst>
            </p:cNvPr>
            <p:cNvSpPr txBox="1"/>
            <p:nvPr/>
          </p:nvSpPr>
          <p:spPr>
            <a:xfrm>
              <a:off x="2015376" y="6299882"/>
              <a:ext cx="22813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正常な</a:t>
              </a:r>
              <a:r>
                <a:rPr kumimoji="1" lang="en-US" altLang="ja-JP" sz="2000" dirty="0"/>
                <a:t>NCD</a:t>
              </a:r>
              <a:r>
                <a:rPr kumimoji="1" lang="ja-JP" altLang="en-US" sz="2000" dirty="0"/>
                <a:t>データ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0DEC42C-7C5F-AC87-7996-D40AC6D3E779}"/>
                </a:ext>
              </a:extLst>
            </p:cNvPr>
            <p:cNvSpPr txBox="1"/>
            <p:nvPr/>
          </p:nvSpPr>
          <p:spPr>
            <a:xfrm>
              <a:off x="7529845" y="6299882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/>
                <a:t>このデータ，なんか変！</a:t>
              </a:r>
              <a:endParaRPr kumimoji="1" lang="ja-JP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3400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</Words>
  <Application>Microsoft Office PowerPoint</Application>
  <PresentationFormat>ワイド画面</PresentationFormat>
  <Paragraphs>2</Paragraphs>
  <Slides>9</Slides>
  <Notes>0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入谷 美志成_舞鶴MS学生</dc:creator>
  <cp:lastModifiedBy>入谷 美志成_舞鶴MS学生</cp:lastModifiedBy>
  <cp:revision>18</cp:revision>
  <dcterms:created xsi:type="dcterms:W3CDTF">2025-05-01T02:35:11Z</dcterms:created>
  <dcterms:modified xsi:type="dcterms:W3CDTF">2025-05-19T03:39:41Z</dcterms:modified>
</cp:coreProperties>
</file>